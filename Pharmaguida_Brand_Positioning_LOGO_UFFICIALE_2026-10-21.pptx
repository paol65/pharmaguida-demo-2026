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logo Pharmaguida è quello ufficiale fornito dal cliente e resta invariato. Le immagini lifestyle sono visual di concept e non costituiscono testimonianze di utilizzatori.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Posizionamento proposto: nutraceutica italiana accessibile, energica e competente. Nessuna superiorità clinica dichiarata senza evidenze comparative.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Regola vincolante: usare esclusivamente il logo ufficiale Pharmaguida. Lo scudo appartiene alla fotografia, alle campagne e ai fondi grafici. Non va incorporato, sovrapposto o collegato al marchio.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 e azzurro: Mosiac e XFLOR. Verde: XD3 Plus. Giallo: Bimbovit. Viola: BimboTUSS. Nei kit con più confezioni usare il colore principale e richiami secondari.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nuova immagine sostituisce la famiglia statica presente nella richiesta. Nessuna persona è presentata come cliente o paziente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Laboratorio generato con AI, scena concettuale, non fotografia di strutture Pharmaguida. Mostra strumentazione e ricercatori senza inventare test, brevetti o risultati.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Ritratti rielaborati con image_gen dalle quattro fotografie presenti sulla pagina pubblica. Identità e età come vincoli. Da far visionare ai soggetti prima dell’adozione. Anna Guida non aggiunta: mancano ruolo confermato e fotografia.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Anteprima HTML completa nel file azienda.html, con struttura ispirata al tema Medilazar del sito online. Mantiene URL pubblico /pharmaguida-azienda/. La versione locale contiene noindex.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Prezzo bundle proposto 44.9 EUR. Somma singoli online 61.36 EUR, risparmio 16.46 EUR, sconto 26.8%. Base 20 ottobre 2026. Xnari esaurito: attivazione al riassortimento.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Prezzo bundle proposto 49.9 EUR. Somma singoli online 55 EUR, risparmio 5.1 EUR, sconto 9.3%. Base 20 ottobre 2026.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Prezzo bundle proposto 59.9 EUR. Somma singoli online 67.64 EUR, risparmio 7.74 EUR, sconto 11.4%. Base 20 ottobre 2026. Xnari esaurito: attivazione al riassortimento.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Dieci formati mobile inclusi. Non è un ritaglio automatico dei fascioni: prezzo, headline e prodotti hanno una disposizione verticale.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prezzi seguono la colonna consigliata nell’Excel v2 2. Percentuale arrotondata a un decimale. B08 a 18,90, B09 a 23,90 e B10 a 17,90 correggono convenienze deboli o negative. B01 e B02 a 44,90 come suggerito nel foglio.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Fonti: call 15-16 ottobre, reel AMC e catalogo pubblico. I meccanismi antivirali, le comparazioni 95% vs 85%, la riduzione dell’infiammazione e la pulizia dei vasi non sono diventati claim di prodotto. Riferimento: Reg. UE 432/2012.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sono state misurate posizioni, volumi, traffico o Core Web Vitals. Il sito usa già Yoast: aggiornare il grafo esistente e non duplicarlo. Google non richiede markup speciale per le funzioni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 accesso autenticato a WordPress in questa sessione. Nessuna pubblicazione sul sito live. Asset, testi, anteprime HTML e file di lavoro sono inclusi nel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olo/xG Publishing Dropbox/Paolo Monesi/xGeconomics/CLIENTI_dropbox/pharmaguida/pharmaguida 20-10-2026/output/2026-10-20_pharmaguida/qa_crop/family-13.333-7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6232D">
              <a:alpha val="92000"/>
            </a:srgbClr>
          </a:solidFill>
          <a:ln w="12700">
            <a:solidFill>
              <a:srgbClr val="06232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310896"/>
            <a:ext cx="2971800" cy="658368"/>
          </a:xfrm>
          <a:prstGeom prst="rect">
            <a:avLst/>
          </a:prstGeom>
          <a:solidFill>
            <a:srgbClr val="EFF3EB"/>
          </a:solidFill>
          <a:ln w="12700">
            <a:solidFill>
              <a:srgbClr val="EFF3EB">
                <a:alpha val="0"/>
              </a:srgbClr>
            </a:solidFill>
            <a:prstDash val="solid"/>
          </a:ln>
        </p:spPr>
      </p:sp>
      <p:pic>
        <p:nvPicPr>
          <p:cNvPr id="5" name="Image 1" descr="/Users/paolo/xG Publishing Dropbox/Paolo Monesi/xGeconomics/CLIENTI_dropbox/pharmaguida/pharmaguida 20-10-2026/output/2026-10-20_pharmaguida/assets/logo-si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5488"/>
            <a:ext cx="2651760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DIREZIONE DI MARCA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2920" y="1993392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tua vita.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nostra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direzione.</a:t>
            </a:r>
            <a:endParaRPr lang="en-US" sz="4900" dirty="0"/>
          </a:p>
        </p:txBody>
      </p:sp>
      <p:sp>
        <p:nvSpPr>
          <p:cNvPr id="8" name="Text 4"/>
          <p:cNvSpPr/>
          <p:nvPr/>
        </p:nvSpPr>
        <p:spPr>
          <a:xfrm>
            <a:off x="548640" y="4983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Posizionamento, pagina aziendale e campagna bundle autunno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48640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creativa  /  21 ottobre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POSIZIONAMENTO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marca che rende la scienza vicina.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qa_crop/adulti-5.95-4.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74520"/>
            <a:ext cx="544068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 che vuoi conoscere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scegli.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di Pharmaguida mettiamo in relazione formule, persone e informazioni comprensibili.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scienza ci guida.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sei al centro.</a:t>
            </a:r>
            <a:endParaRPr lang="en-US" sz="3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E SCUDO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logo resta intatto. Lo scudo vive nella campagna.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846320" cy="1874520"/>
          </a:xfrm>
          <a:prstGeom prst="rect">
            <a:avLst/>
          </a:prstGeom>
          <a:solidFill>
            <a:srgbClr val="EFF3EB"/>
          </a:solidFill>
          <a:ln w="12700">
            <a:solidFill>
              <a:srgbClr val="EFF3EB">
                <a:alpha val="0"/>
              </a:srgbClr>
            </a:solidFill>
            <a:prstDash val="solid"/>
          </a:ln>
        </p:spPr>
      </p:sp>
      <p:pic>
        <p:nvPicPr>
          <p:cNvPr id="7" name="Image 0" descr="/Users/paolo/xG Publishing Dropbox/Paolo Monesi/xGeconomics/CLIENTI_dropbox/pharmaguida/pharmaguida 20-10-2026/output/2026-10-20_pharmaguida/assets/logo-s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68880"/>
            <a:ext cx="4023360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UFFICIALE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Proporzioni, colori e segno non cambiano. Ogni applicazione mantiene un’area libera e un fondo leggibile.</a:t>
            </a:r>
            <a:endParaRPr lang="en-US" sz="1900" dirty="0"/>
          </a:p>
        </p:txBody>
      </p:sp>
      <p:pic>
        <p:nvPicPr>
          <p:cNvPr id="10" name="Image 1" descr="/Users/paolo/xG Publishing Dropbox/Paolo Monesi/xGeconomics/CLIENTI_dropbox/pharmaguida/pharmaguida 20-10-2026/output/2026-10-20_pharmaguida/assets/adult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74520"/>
            <a:ext cx="5715000" cy="4160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897880" y="4023360"/>
            <a:ext cx="5715000" cy="2011680"/>
          </a:xfrm>
          <a:prstGeom prst="rect">
            <a:avLst/>
          </a:prstGeom>
          <a:solidFill>
            <a:srgbClr val="06232D">
              <a:alpha val="82000"/>
            </a:srgbClr>
          </a:solidFill>
          <a:ln w="12700">
            <a:solidFill>
              <a:srgbClr val="06232D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17920" y="42976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scudo è un elemento narrativo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217920" y="4846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Rappresenta guida, cura e capacità di orientare. I raggi deviati comunicano protezione in modo simbolico. Lo scudo resta fuori dal logo e non diventa una promessa clinica.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SISTEMA VISIVO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luce unifica. Il pack guida il colore.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57400" cy="1234440"/>
          </a:xfrm>
          <a:prstGeom prst="rect">
            <a:avLst/>
          </a:prstGeom>
          <a:solidFill>
            <a:srgbClr val="06232D"/>
          </a:solidFill>
          <a:ln w="12700">
            <a:solidFill>
              <a:srgbClr val="06232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/ 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#06232D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2057400" cy="1234440"/>
          </a:xfrm>
          <a:prstGeom prst="rect">
            <a:avLst/>
          </a:prstGeom>
          <a:solidFill>
            <a:srgbClr val="21C7CB"/>
          </a:solidFill>
          <a:ln w="12700">
            <a:solidFill>
              <a:srgbClr val="21C7C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/ LUCE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#21C7CB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2057400" cy="1234440"/>
          </a:xfrm>
          <a:prstGeom prst="rect">
            <a:avLst/>
          </a:prstGeom>
          <a:solidFill>
            <a:srgbClr val="FFA152"/>
          </a:solidFill>
          <a:ln w="12700">
            <a:solidFill>
              <a:srgbClr val="FFA15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/ AZIONE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#FFA152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1920240"/>
            <a:ext cx="2057400" cy="1234440"/>
          </a:xfrm>
          <a:prstGeom prst="rect">
            <a:avLst/>
          </a:prstGeom>
          <a:solidFill>
            <a:srgbClr val="86BE32"/>
          </a:solidFill>
          <a:ln w="12700">
            <a:solidFill>
              <a:srgbClr val="86BE3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/ EREDITÀ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#86BE32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1920240"/>
            <a:ext cx="2057400" cy="1234440"/>
          </a:xfrm>
          <a:prstGeom prst="rect">
            <a:avLst/>
          </a:prstGeom>
          <a:solidFill>
            <a:srgbClr val="EFF3EB"/>
          </a:solidFill>
          <a:ln w="12700">
            <a:solidFill>
              <a:srgbClr val="EFF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BIANCO / RESPIRO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#EFF3EB</a:t>
            </a:r>
            <a:endParaRPr lang="en-US" sz="1200" dirty="0"/>
          </a:p>
        </p:txBody>
      </p:sp>
      <p:pic>
        <p:nvPicPr>
          <p:cNvPr id="21" name="Image 0" descr="/Users/paolo/xG Publishing Dropbox/Paolo Monesi/xGeconomics/CLIENTI_dropbox/pharmaguida/pharmaguida 20-10-2026/output/2026-10-20_pharmaguida/qa_crop/bambini-3.85-1.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3520440" cy="1691640"/>
          </a:xfrm>
          <a:prstGeom prst="rect">
            <a:avLst/>
          </a:prstGeom>
        </p:spPr>
      </p:pic>
      <p:pic>
        <p:nvPicPr>
          <p:cNvPr id="22" name="Image 1" descr="/Users/paolo/xG Publishing Dropbox/Paolo Monesi/xGeconomics/CLIENTI_dropbox/pharmaguida/pharmaguida 20-10-2026/output/2026-10-20_pharmaguida/qa_crop/adulti-3.85-1.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297680"/>
            <a:ext cx="3520440" cy="1691640"/>
          </a:xfrm>
          <a:prstGeom prst="rect">
            <a:avLst/>
          </a:prstGeom>
        </p:spPr>
      </p:pic>
      <p:pic>
        <p:nvPicPr>
          <p:cNvPr id="23" name="Image 2" descr="/Users/paolo/xG Publishing Dropbox/Paolo Monesi/xGeconomics/CLIENTI_dropbox/pharmaguida/pharmaguida 20-10-2026/output/2026-10-20_pharmaguida/qa_crop/respiro-3.85-1.8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297680"/>
            <a:ext cx="35204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FOTOGRAFIA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 in movimento. Relazioni che si sentono.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qa_crop/family-8.15-4.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4523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210312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hour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e orange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Abiti contemporanei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 realistica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spontanea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2104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Famiglia nuova, generata per questa proposta.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RICERCA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Strumentazione, metodo, futuro.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qa_crop/laboratorio-12.1-4.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6424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846320"/>
            <a:ext cx="6035040" cy="1188720"/>
          </a:xfrm>
          <a:prstGeom prst="rect">
            <a:avLst/>
          </a:prstGeom>
          <a:solidFill>
            <a:srgbClr val="06232D">
              <a:alpha val="90000"/>
            </a:srgbClr>
          </a:solidFill>
          <a:ln w="12700">
            <a:solidFill>
              <a:srgbClr val="06232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074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tecnologia dà forza alla visione.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prove danno forza alle parole.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8640" y="61447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Immagine di concept. Non documenta laboratori di proprietà Pharmaguida.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responsabilità hanno un volto.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assets/nicola-sorr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2542032" cy="3182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21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 Guida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5788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e fondatore</a:t>
            </a:r>
            <a:endParaRPr lang="en-US" sz="1200" dirty="0"/>
          </a:p>
        </p:txBody>
      </p:sp>
      <p:pic>
        <p:nvPicPr>
          <p:cNvPr id="9" name="Image 1" descr="/Users/paolo/xG Publishing Dropbox/Paolo Monesi/xGeconomics/CLIENTI_dropbox/pharmaguida/pharmaguida 20-10-2026/output/2026-10-20_pharmaguida/assets/enri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74520"/>
            <a:ext cx="2542032" cy="31821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01568" y="5321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Enrico Guida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401568" y="5788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Direttore commerciale Centro Nord</a:t>
            </a:r>
            <a:endParaRPr lang="en-US" sz="1200" dirty="0"/>
          </a:p>
        </p:txBody>
      </p:sp>
      <p:pic>
        <p:nvPicPr>
          <p:cNvPr id="12" name="Image 2" descr="/Users/paolo/xG Publishing Dropbox/Paolo Monesi/xGeconomics/CLIENTI_dropbox/pharmaguida/pharmaguida 20-10-2026/output/2026-10-20_pharmaguida/assets/annamar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74520"/>
            <a:ext cx="2542032" cy="31821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54496" y="5321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Maria Costanzo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254496" y="5788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Responsabile scientifica</a:t>
            </a:r>
            <a:endParaRPr lang="en-US" sz="1200" dirty="0"/>
          </a:p>
        </p:txBody>
      </p:sp>
      <p:pic>
        <p:nvPicPr>
          <p:cNvPr id="15" name="Image 3" descr="/Users/paolo/xG Publishing Dropbox/Paolo Monesi/xGeconomics/CLIENTI_dropbox/pharmaguida/pharmaguida 20-10-2026/output/2026-10-20_pharmaguida/assets/rober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874520"/>
            <a:ext cx="2542032" cy="31821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07424" y="5321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Caciolo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9107424" y="5788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Direttore commerciale Centro Sud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PAGINA AZIENDALE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pagina da conoscere. E da leggere.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azienda_dettag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737360"/>
            <a:ext cx="4723059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65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al centro.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come voce di marca.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Famiglia → Formule → Storia → Persone → Contatti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 accessibili, immagini coordinate e collegamenti alle schede prodotto.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CAMPAGNA / B01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suo autunno. La tua attenzione.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banners/B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1064240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Confezioni originali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e risparmio leggibili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Volti e luce coerenti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CAMPAGNA / B04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autunno. In versione Plus.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banners/B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1064240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Confezioni originali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e risparmio leggibili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Volti e luce coerenti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CAMPAGNA / B05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tua famiglia. Tutta la sua energia.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banners/B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1064240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Confezioni originali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 e risparmio leggibili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Volti e luce coerenti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FORMATI MOBILE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stessa forza, sullo schermo che usi ogni giorno.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mobile/B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063240" cy="4087368"/>
          </a:xfrm>
          <a:prstGeom prst="rect">
            <a:avLst/>
          </a:prstGeom>
        </p:spPr>
      </p:pic>
      <p:pic>
        <p:nvPicPr>
          <p:cNvPr id="7" name="Image 1" descr="/Users/paolo/xG Publishing Dropbox/Paolo Monesi/xGeconomics/CLIENTI_dropbox/pharmaguida/pharmaguida 20-10-2026/output/2026-10-20_pharmaguida/mobile/B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3063240" cy="4087368"/>
          </a:xfrm>
          <a:prstGeom prst="rect">
            <a:avLst/>
          </a:prstGeom>
        </p:spPr>
      </p:pic>
      <p:pic>
        <p:nvPicPr>
          <p:cNvPr id="8" name="Image 2" descr="/Users/paolo/xG Publishing Dropbox/Paolo Monesi/xGeconomics/CLIENTI_dropbox/pharmaguida/pharmaguida 20-10-2026/output/2026-10-20_pharmaguida/mobile/B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83080"/>
            <a:ext cx="3063240" cy="40873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× 1000 px · Composizione dedicata al mobile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OFFERTA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Risparmi verificabili su tutti e dieci i kit.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743200"/>
                <a:gridCol w="2468880"/>
                <a:gridCol w="22860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SINGOLI ONLINE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PROPOSTO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RISPARMI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61,36 €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16,46 €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63,54 €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18,64 €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54,92 €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5,02 €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67,64 €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7,74 €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40,75 €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5,85 €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38,53 €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8,63 €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20,76 €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17,90 €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2,86 €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34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>
                    <a:lnL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prezzi online dei singoli al 20/10/2026. Spedizione esclusa. Prezzi bundle da confermare.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VOCE E PROMESSE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Un’immagine potente. Una promessa precisa.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qa_crop/respiro-5.6-4.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83080"/>
            <a:ext cx="512064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“Scopri il tuo kit.”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per chi legge. Noi per Pharmaguida.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Titoli emozionali, descrizioni concrete.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 attribuiti agli ingredienti corretti.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8640" y="52120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vitamina D contribuisce alla normale funzione del sistema immunitario.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SEO E CONTENUTI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bellezza porta attenzione. La chiarezza la trattiene.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qa_crop/laboratorio-5.1-4.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74520"/>
            <a:ext cx="466344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20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| Integratori alimentari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ricerca dal 2004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H1 e sezioni riconoscibili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Ingredienti in testo HTML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descrittivi e WebP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AboutPage + Organization coerenti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 e responsabilità esplicite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1C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PASSAGGIO ONLINE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proposta è pronta per la revisione finale.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PHARMAGUIDA  /  xG  /  OTTOBRE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/Users/paolo/xG Publishing Dropbox/Paolo Monesi/xGeconomics/CLIENTI_dropbox/pharmaguida/pharmaguida 20-10-2026/output/2026-10-20_pharmaguida/qa_crop/family-5.9-4.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737360"/>
            <a:ext cx="539496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Prezzi e stock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34440" y="21762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Confermare i prezzi proposti e riassortire Xnari.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23444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Etichette e promesse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234440" y="32369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Allineare testi finali e indicazioni pediatriche.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3904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34440" y="3904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Marchio e persone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234440" y="4297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il logo ufficiale e far visionare i ritratti.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4965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A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23444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e controllo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234440" y="535838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ED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Caricare la pagina, verificare link e indicizzazione.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xG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Pharmaguida Brand Positioning</dc:title>
  <dc:subject>Pharmaguida · nuova direzione di marca e campagna autunno</dc:subject>
  <dc:creator>xG · Paolo Monesi</dc:creator>
  <cp:lastModifiedBy>xG · Paolo Monesi</cp:lastModifiedBy>
  <cp:revision>1</cp:revision>
  <dcterms:created xsi:type="dcterms:W3CDTF">2026-10-21T17:14:39Z</dcterms:created>
  <dcterms:modified xsi:type="dcterms:W3CDTF">2026-10-21T17:14:39Z</dcterms:modified>
</cp:coreProperties>
</file>